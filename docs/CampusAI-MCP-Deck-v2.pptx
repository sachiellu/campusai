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C2428"/>
                </a:solidFill>
                <a:latin typeface="Microsoft JhengHei"/>
                <a:ea typeface="Microsoft JhengHei"/>
              </a:rPr>
              <a:t>校園學生服務個人化 AI 助理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A656B"/>
                </a:solidFill>
                <a:latin typeface="Microsoft JhengHei"/>
                <a:ea typeface="Microsoft JhengHei"/>
              </a:rPr>
              <a:t>學生、教師、行政登入後，用 AI 處理獎學金、選課、活動等問題；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5A656B"/>
                </a:solidFill>
                <a:latin typeface="Microsoft JhengHei"/>
                <a:ea typeface="Microsoft JhengHei"/>
              </a:rPr>
              <a:t>背後先查校務資料，問答時再查文件，最後請 Gemini 用白話回覆。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C2428"/>
                </a:solidFill>
                <a:latin typeface="Microsoft JhengHei"/>
                <a:ea typeface="Microsoft JhengHei"/>
              </a:rPr>
              <a:t>簡報人：（請填你的名字）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構想怎麼來的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2/8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10789920" cy="13716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學校裡資訊散在很多系統：獎助、選課、活動、規章各管各的。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使用者真正想要的，通常只是「問一句、得到能用的答案」。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所以這份作品的假想是：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做一個校園入口，用助理幫你查、幫你整理，而不是再蓋一個複雜後台。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但助理不能空口說白話——資格、GPA、辦法必須有根據。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因此後面一定要接「資料」與「文件檢索」，AI 只負責講成人話。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實際做出來的東西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3/8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10789920" cy="13716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網站：React，登入後有主畫面與各功能頁。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後端：C# ASP.NET，負責登入、對話、調度 Agent、呼叫 Gemini。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資料庫：SQL Server（CampusAI），學生 GPA、獎學金、課程都在表裡。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問答檢索：獨立的 MCP Server，專門找校園規章文件。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你可以在 SSMS 打開 Students 表，看到林小芸的 GPA；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再回網站問獎學金，答案會對得上這筆資料。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為什麼入口要分學生／教師／行政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4/8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10789920" cy="13716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同一所學校，三種人要的東西不一樣。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學生：獎學金、選課、活動。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教師：導生關懷、門檻提醒。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行政：校務摘要、決策支援。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所以登入先選身分——不是為了多做三套系統，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而是讓首頁功能與權限一開始就對上真實校園角色。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後面的 Agent 也會依角色走不同流程。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為什麼分成校務系統／平台服務／AI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5/8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10789920" cy="13716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一開始若只有聊天框，別人會以為「整個作品就是一個對話視窗」。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但架構圖本來就有三層意思：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校務系統：以後要接真實校務（學生、課程、行事曆…）的入口。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平台服務：登入、權限、工具呼叫這類平台能力。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AI 功能：現在真正能對話、能跑通的助理。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這樣分，是為了讓評審一眼看懂：哪些是產品入口、哪些是預留銜接、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哪些是這次 Demo 的重點——而不是全部塞進同一個聊天頁。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做到一半，我們調了什麼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6/8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10789920" cy="13716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前端從 Vue 換成 React：還早，搬成本低，也比較符合常見作品集技術。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校務資料從記憶體 Mock 改成 SQL 正式表：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否則講「個人化」卻講不清分數從哪來。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側欄改成三大塊可展開，並加主畫面：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避免一打開就一排按鈕，也避免「回 AI」當唯一回家鍵。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「新對話」改成只回 AI 首頁：要選功能才開對話，避免狂開空對話。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校務頁不顯示 JSON：改成說明「尚未實作、用來銜接真實系統」。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什麼先不做、為什麼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7/8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10789920" cy="13716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不接真實學校正式系統：作品集先把入口與資料流做對；真接校務是下一階段。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不上完整企業資安（AD、Key Vault 全開）：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本機證明能跑、文件註明可延伸即可，不必為簡報堆設定。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AI 不直接瞎猜校規與資格：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C2428"/>
                </a:solidFill>
                <a:latin typeface="Microsoft JhengHei"/>
                <a:ea typeface="Microsoft JhengHei"/>
              </a:rPr>
              <a:t>一定先查 SQL 或 MCP 文件，再請 Gemini 整理——這才是校園助理該有的分寸。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474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Campus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你可以這樣理解這份作品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8/8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10789920" cy="13716"/>
          </a:xfrm>
          <a:prstGeom prst="rect">
            <a:avLst/>
          </a:prstGeom>
          <a:solidFill>
            <a:srgbClr val="D8D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2428"/>
                </a:solidFill>
                <a:latin typeface="Microsoft JhengHei"/>
                <a:ea typeface="Microsoft JhengHei"/>
              </a:rPr>
              <a:t>它是一個分身分的校園入口：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2428"/>
                </a:solidFill>
                <a:latin typeface="Microsoft JhengHei"/>
                <a:ea typeface="Microsoft JhengHei"/>
              </a:rPr>
              <a:t>有預留給校務與平台的位置，也有現在就能 Demo 的 AI 助理。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2428"/>
                </a:solidFill>
                <a:latin typeface="Microsoft JhengHei"/>
                <a:ea typeface="Microsoft JhengHei"/>
              </a:rPr>
              <a:t>助理背後有資料庫與文件檢索；Gemini 負責把結果講成人聽得懂的話。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2428"/>
                </a:solidFill>
                <a:latin typeface="Microsoft JhengHei"/>
                <a:ea typeface="Microsoft JhengHei"/>
              </a:rPr>
              <a:t>範圍收在「講得清楚、跑得出來」；真系統與更重的資安留到之後。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2428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2428"/>
                </a:solidFill>
                <a:latin typeface="Microsoft JhengHei"/>
                <a:ea typeface="Microsoft JhengHei"/>
              </a:rPr>
              <a:t>謝謝，歡迎提問。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